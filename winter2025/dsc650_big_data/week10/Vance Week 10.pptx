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1"/>
  </p:normalViewPr>
  <p:slideViewPr>
    <p:cSldViewPr snapToGrid="0">
      <p:cViewPr varScale="1">
        <p:scale>
          <a:sx n="116" d="100"/>
          <a:sy n="116" d="100"/>
        </p:scale>
        <p:origin x="6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27A3A-D1E8-68B1-2F03-7692762859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8472DC-358B-DD65-D97B-BAD641AF6F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7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95EC-9412-06CE-57C8-52B306AA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C1902-6D53-EF8E-B1E3-AD66F2685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35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80083-023A-01C1-3D65-131FB7F1E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91706-C41C-B363-C610-009C89725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011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84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MS Shell Dlg 2</vt:lpstr>
      <vt:lpstr>Wingdings</vt:lpstr>
      <vt:lpstr>Wingdings 3</vt:lpstr>
      <vt:lpstr>Madison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Vance</dc:creator>
  <cp:lastModifiedBy>Gabriel Vance</cp:lastModifiedBy>
  <cp:revision>1</cp:revision>
  <dcterms:created xsi:type="dcterms:W3CDTF">2026-03-01T17:45:27Z</dcterms:created>
  <dcterms:modified xsi:type="dcterms:W3CDTF">2026-03-01T19:09:58Z</dcterms:modified>
</cp:coreProperties>
</file>